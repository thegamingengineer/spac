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18288000" cy="10287000"/>
  <p:notesSz cx="6858000" cy="9144000"/>
  <p:embeddedFontLs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Montserrat Bold" panose="00000800000000000000" charset="0"/>
      <p:regular r:id="rId10"/>
      <p:bold r:id="rId11"/>
    </p:embeddedFont>
    <p:embeddedFont>
      <p:font typeface="Montserrat Italics" panose="020B0604020202020204" charset="0"/>
      <p:regular r:id="rId12"/>
    </p:embeddedFont>
    <p:embeddedFont>
      <p:font typeface="Montserrat Light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13040174" y="508725"/>
            <a:ext cx="4831376" cy="4481953"/>
            <a:chOff x="0" y="0"/>
            <a:chExt cx="6441834" cy="5975937"/>
          </a:xfrm>
        </p:grpSpPr>
        <p:pic>
          <p:nvPicPr>
            <p:cNvPr id="3" name="Picture 3" descr="Et billede, der indeholder diagram, origami, design&#10;&#10;Beskrivelsen er genereret automatisk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rcRect t="7625" b="7625"/>
            <a:stretch>
              <a:fillRect/>
            </a:stretch>
          </p:blipFill>
          <p:spPr>
            <a:xfrm>
              <a:off x="0" y="0"/>
              <a:ext cx="6441834" cy="5975937"/>
            </a:xfrm>
            <a:prstGeom prst="rect">
              <a:avLst/>
            </a:prstGeom>
          </p:spPr>
        </p:pic>
      </p:grpSp>
      <p:grpSp>
        <p:nvGrpSpPr>
          <p:cNvPr id="4" name="Group 4"/>
          <p:cNvGrpSpPr>
            <a:grpSpLocks noGrp="1" noUngrp="1" noRot="1" noMove="1" noResize="1"/>
          </p:cNvGrpSpPr>
          <p:nvPr/>
        </p:nvGrpSpPr>
        <p:grpSpPr>
          <a:xfrm>
            <a:off x="418597" y="7200900"/>
            <a:ext cx="844254" cy="844254"/>
            <a:chOff x="0" y="0"/>
            <a:chExt cx="1125672" cy="1125672"/>
          </a:xfrm>
        </p:grpSpPr>
        <p:grpSp>
          <p:nvGrpSpPr>
            <p:cNvPr id="5" name="Group 5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6" name="Freeform 6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" name="TextBox 7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8" name="Freeform 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0066" y="241918"/>
              <a:ext cx="685539" cy="641836"/>
            </a:xfrm>
            <a:custGeom>
              <a:avLst/>
              <a:gdLst/>
              <a:ahLst/>
              <a:cxnLst/>
              <a:rect l="l" t="t" r="r" b="b"/>
              <a:pathLst>
                <a:path w="685539" h="641836">
                  <a:moveTo>
                    <a:pt x="0" y="0"/>
                  </a:moveTo>
                  <a:lnTo>
                    <a:pt x="685539" y="0"/>
                  </a:lnTo>
                  <a:lnTo>
                    <a:pt x="685539" y="641836"/>
                  </a:lnTo>
                  <a:lnTo>
                    <a:pt x="0" y="641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9" name="Group 9"/>
          <p:cNvGrpSpPr>
            <a:grpSpLocks noGrp="1" noUngrp="1" noRot="1" noMove="1" noResize="1"/>
          </p:cNvGrpSpPr>
          <p:nvPr/>
        </p:nvGrpSpPr>
        <p:grpSpPr>
          <a:xfrm>
            <a:off x="418597" y="5067300"/>
            <a:ext cx="844254" cy="844254"/>
            <a:chOff x="0" y="0"/>
            <a:chExt cx="1125672" cy="1125672"/>
          </a:xfrm>
        </p:grpSpPr>
        <p:grpSp>
          <p:nvGrpSpPr>
            <p:cNvPr id="10" name="Group 10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11" name="Freeform 11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TextBox 12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8030" y="218030"/>
              <a:ext cx="689612" cy="689612"/>
            </a:xfrm>
            <a:custGeom>
              <a:avLst/>
              <a:gdLst/>
              <a:ahLst/>
              <a:cxnLst/>
              <a:rect l="l" t="t" r="r" b="b"/>
              <a:pathLst>
                <a:path w="689612" h="689612">
                  <a:moveTo>
                    <a:pt x="0" y="0"/>
                  </a:moveTo>
                  <a:lnTo>
                    <a:pt x="689612" y="0"/>
                  </a:lnTo>
                  <a:lnTo>
                    <a:pt x="689612" y="689612"/>
                  </a:lnTo>
                  <a:lnTo>
                    <a:pt x="0" y="68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4" name="Group 14"/>
          <p:cNvGrpSpPr>
            <a:grpSpLocks noGrp="1" noUngrp="1" noRot="1" noMove="1" noResize="1"/>
          </p:cNvGrpSpPr>
          <p:nvPr/>
        </p:nvGrpSpPr>
        <p:grpSpPr>
          <a:xfrm>
            <a:off x="13040174" y="5180755"/>
            <a:ext cx="4831376" cy="4600575"/>
            <a:chOff x="0" y="0"/>
            <a:chExt cx="1272461" cy="1211674"/>
          </a:xfrm>
        </p:grpSpPr>
        <p:sp>
          <p:nvSpPr>
            <p:cNvPr id="15" name="Freeform 1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72461" cy="1211674"/>
            </a:xfrm>
            <a:custGeom>
              <a:avLst/>
              <a:gdLst/>
              <a:ahLst/>
              <a:cxnLst/>
              <a:rect l="l" t="t" r="r" b="b"/>
              <a:pathLst>
                <a:path w="1272461" h="1211674">
                  <a:moveTo>
                    <a:pt x="0" y="0"/>
                  </a:moveTo>
                  <a:lnTo>
                    <a:pt x="1272461" y="0"/>
                  </a:lnTo>
                  <a:lnTo>
                    <a:pt x="1272461" y="1211674"/>
                  </a:lnTo>
                  <a:lnTo>
                    <a:pt x="0" y="1211674"/>
                  </a:lnTo>
                  <a:close/>
                </a:path>
              </a:pathLst>
            </a:custGeom>
            <a:solidFill>
              <a:srgbClr val="003B8B"/>
            </a:solidFill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TextBox 1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1272461" cy="1249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AutoShape 1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476250" y="2514600"/>
            <a:ext cx="12229386" cy="0"/>
          </a:xfrm>
          <a:prstGeom prst="line">
            <a:avLst/>
          </a:prstGeom>
          <a:ln w="28575" cap="flat">
            <a:solidFill>
              <a:srgbClr val="003B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18" name="Group 18"/>
          <p:cNvGrpSpPr>
            <a:grpSpLocks noGrp="1" noUngrp="1" noRot="1" noMove="1" noResize="1"/>
          </p:cNvGrpSpPr>
          <p:nvPr/>
        </p:nvGrpSpPr>
        <p:grpSpPr>
          <a:xfrm>
            <a:off x="6152136" y="3050937"/>
            <a:ext cx="844254" cy="844254"/>
            <a:chOff x="0" y="0"/>
            <a:chExt cx="1125672" cy="1125672"/>
          </a:xfrm>
        </p:grpSpPr>
        <p:grpSp>
          <p:nvGrpSpPr>
            <p:cNvPr id="19" name="Group 19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20" name="Freeform 20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1" name="TextBox 21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702" y="154683"/>
              <a:ext cx="714268" cy="816306"/>
            </a:xfrm>
            <a:custGeom>
              <a:avLst/>
              <a:gdLst/>
              <a:ahLst/>
              <a:cxnLst/>
              <a:rect l="l" t="t" r="r" b="b"/>
              <a:pathLst>
                <a:path w="714268" h="816306">
                  <a:moveTo>
                    <a:pt x="0" y="0"/>
                  </a:moveTo>
                  <a:lnTo>
                    <a:pt x="714268" y="0"/>
                  </a:lnTo>
                  <a:lnTo>
                    <a:pt x="714268" y="816306"/>
                  </a:lnTo>
                  <a:lnTo>
                    <a:pt x="0" y="816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3" name="Group 23"/>
          <p:cNvGrpSpPr>
            <a:grpSpLocks noGrp="1" noUngrp="1" noRot="1" noMove="1" noResize="1"/>
          </p:cNvGrpSpPr>
          <p:nvPr/>
        </p:nvGrpSpPr>
        <p:grpSpPr>
          <a:xfrm>
            <a:off x="6152136" y="5067300"/>
            <a:ext cx="844254" cy="844254"/>
            <a:chOff x="0" y="0"/>
            <a:chExt cx="1125672" cy="1125672"/>
          </a:xfrm>
        </p:grpSpPr>
        <p:grpSp>
          <p:nvGrpSpPr>
            <p:cNvPr id="24" name="Group 24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25" name="Freeform 25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TextBox 26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422" y="236037"/>
              <a:ext cx="848828" cy="653598"/>
            </a:xfrm>
            <a:custGeom>
              <a:avLst/>
              <a:gdLst/>
              <a:ahLst/>
              <a:cxnLst/>
              <a:rect l="l" t="t" r="r" b="b"/>
              <a:pathLst>
                <a:path w="848828" h="653598">
                  <a:moveTo>
                    <a:pt x="0" y="0"/>
                  </a:moveTo>
                  <a:lnTo>
                    <a:pt x="848828" y="0"/>
                  </a:lnTo>
                  <a:lnTo>
                    <a:pt x="848828" y="653598"/>
                  </a:lnTo>
                  <a:lnTo>
                    <a:pt x="0" y="653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8" name="Group 28"/>
          <p:cNvGrpSpPr>
            <a:grpSpLocks noGrp="1" noUngrp="1" noRot="1" noMove="1" noResize="1"/>
          </p:cNvGrpSpPr>
          <p:nvPr/>
        </p:nvGrpSpPr>
        <p:grpSpPr>
          <a:xfrm>
            <a:off x="6152136" y="7200900"/>
            <a:ext cx="844254" cy="844254"/>
            <a:chOff x="0" y="0"/>
            <a:chExt cx="1125672" cy="1125672"/>
          </a:xfrm>
        </p:grpSpPr>
        <p:grpSp>
          <p:nvGrpSpPr>
            <p:cNvPr id="29" name="Group 29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30" name="Freeform 30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TextBox 31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6535" y="156535"/>
              <a:ext cx="812603" cy="812603"/>
            </a:xfrm>
            <a:custGeom>
              <a:avLst/>
              <a:gdLst/>
              <a:ahLst/>
              <a:cxnLst/>
              <a:rect l="l" t="t" r="r" b="b"/>
              <a:pathLst>
                <a:path w="812603" h="812603">
                  <a:moveTo>
                    <a:pt x="0" y="0"/>
                  </a:moveTo>
                  <a:lnTo>
                    <a:pt x="812602" y="0"/>
                  </a:lnTo>
                  <a:lnTo>
                    <a:pt x="812602" y="812602"/>
                  </a:lnTo>
                  <a:lnTo>
                    <a:pt x="0" y="81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3" name="Group 33"/>
          <p:cNvGrpSpPr>
            <a:grpSpLocks noGrp="1" noUngrp="1" noRot="1" noMove="1" noResize="1"/>
          </p:cNvGrpSpPr>
          <p:nvPr/>
        </p:nvGrpSpPr>
        <p:grpSpPr>
          <a:xfrm>
            <a:off x="418597" y="3050937"/>
            <a:ext cx="844254" cy="844254"/>
            <a:chOff x="0" y="0"/>
            <a:chExt cx="1125672" cy="1125672"/>
          </a:xfrm>
        </p:grpSpPr>
        <p:grpSp>
          <p:nvGrpSpPr>
            <p:cNvPr id="34" name="Group 34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125672" cy="1125672"/>
              <a:chOff x="0" y="0"/>
              <a:chExt cx="812800" cy="812800"/>
            </a:xfrm>
          </p:grpSpPr>
          <p:sp>
            <p:nvSpPr>
              <p:cNvPr id="35" name="Freeform 35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3B8B"/>
              </a:solidFill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6" name="TextBox 36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0237" y="174464"/>
              <a:ext cx="765198" cy="776743"/>
            </a:xfrm>
            <a:custGeom>
              <a:avLst/>
              <a:gdLst/>
              <a:ahLst/>
              <a:cxnLst/>
              <a:rect l="l" t="t" r="r" b="b"/>
              <a:pathLst>
                <a:path w="765198" h="776743">
                  <a:moveTo>
                    <a:pt x="0" y="0"/>
                  </a:moveTo>
                  <a:lnTo>
                    <a:pt x="765198" y="0"/>
                  </a:lnTo>
                  <a:lnTo>
                    <a:pt x="765198" y="776743"/>
                  </a:lnTo>
                  <a:lnTo>
                    <a:pt x="0" y="776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8" name="Freeform 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63444" y="508725"/>
            <a:ext cx="2341935" cy="519975"/>
          </a:xfrm>
          <a:custGeom>
            <a:avLst/>
            <a:gdLst/>
            <a:ahLst/>
            <a:cxnLst/>
            <a:rect l="l" t="t" r="r" b="b"/>
            <a:pathLst>
              <a:path w="2341935" h="519975">
                <a:moveTo>
                  <a:pt x="0" y="0"/>
                </a:moveTo>
                <a:lnTo>
                  <a:pt x="2341935" y="0"/>
                </a:lnTo>
                <a:lnTo>
                  <a:pt x="2341935" y="519975"/>
                </a:lnTo>
                <a:lnTo>
                  <a:pt x="0" y="519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40" name="TextBox 4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519204" y="5518742"/>
            <a:ext cx="4195314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"/>
              </a:rPr>
              <a:t>Who am I?</a:t>
            </a:r>
          </a:p>
        </p:txBody>
      </p:sp>
      <p:sp>
        <p:nvSpPr>
          <p:cNvPr id="43" name="TextBox 4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052379" y="1893888"/>
            <a:ext cx="365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003B8B"/>
                </a:solidFill>
                <a:latin typeface="Montserrat Light Italics"/>
              </a:rPr>
              <a:t>Consultant at Specialisterne</a:t>
            </a:r>
          </a:p>
        </p:txBody>
      </p:sp>
      <p:sp>
        <p:nvSpPr>
          <p:cNvPr id="44" name="TextBox 4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0957" y="3050937"/>
            <a:ext cx="28225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3B8B"/>
                </a:solidFill>
                <a:latin typeface="Montserrat"/>
              </a:rPr>
              <a:t>Professional skills</a:t>
            </a:r>
          </a:p>
        </p:txBody>
      </p:sp>
      <p:sp>
        <p:nvSpPr>
          <p:cNvPr id="45" name="TextBox 45"/>
          <p:cNvSpPr txBox="1">
            <a:spLocks/>
          </p:cNvSpPr>
          <p:nvPr/>
        </p:nvSpPr>
        <p:spPr>
          <a:xfrm>
            <a:off x="1660957" y="3564278"/>
            <a:ext cx="2314163" cy="132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Biotechnology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Bioinformatics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Data science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System biology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Molecular Biology</a:t>
            </a:r>
          </a:p>
        </p:txBody>
      </p:sp>
      <p:sp>
        <p:nvSpPr>
          <p:cNvPr id="46" name="TextBox 4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0957" y="5067300"/>
            <a:ext cx="2958160" cy="41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dirty="0">
                <a:solidFill>
                  <a:srgbClr val="003B8B"/>
                </a:solidFill>
                <a:latin typeface="Montserrat"/>
              </a:rPr>
              <a:t>Experience</a:t>
            </a:r>
            <a:endParaRPr lang="en-US" dirty="0"/>
          </a:p>
        </p:txBody>
      </p:sp>
      <p:sp>
        <p:nvSpPr>
          <p:cNvPr id="47" name="TextBox 47"/>
          <p:cNvSpPr txBox="1">
            <a:spLocks/>
          </p:cNvSpPr>
          <p:nvPr/>
        </p:nvSpPr>
        <p:spPr>
          <a:xfrm>
            <a:off x="1622005" y="5863091"/>
            <a:ext cx="4327657" cy="1865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MySQL-class for python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deep learning promoter prediction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Business analysis In </a:t>
            </a: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powerBI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ETL-management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TransporterPAL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48" name="TextBox 48"/>
          <p:cNvSpPr txBox="1">
            <a:spLocks/>
          </p:cNvSpPr>
          <p:nvPr/>
        </p:nvSpPr>
        <p:spPr>
          <a:xfrm>
            <a:off x="1660957" y="5562451"/>
            <a:ext cx="4327657" cy="249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Data Management </a:t>
            </a:r>
            <a:r>
              <a:rPr lang="en-US" sz="1500" dirty="0">
                <a:solidFill>
                  <a:srgbClr val="003B8B"/>
                </a:solidFill>
                <a:latin typeface="Montserrat"/>
              </a:rPr>
              <a:t>at 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Specialisterne </a:t>
            </a:r>
            <a:r>
              <a:rPr lang="en-US" sz="1500" dirty="0">
                <a:solidFill>
                  <a:srgbClr val="003B8B"/>
                </a:solidFill>
                <a:latin typeface="Montserrat"/>
              </a:rPr>
              <a:t>| 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2025</a:t>
            </a:r>
          </a:p>
        </p:txBody>
      </p:sp>
      <p:sp>
        <p:nvSpPr>
          <p:cNvPr id="49" name="TextBox 4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01337" y="5067300"/>
            <a:ext cx="28225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3B8B"/>
                </a:solidFill>
                <a:latin typeface="Montserrat"/>
              </a:rPr>
              <a:t>Languages</a:t>
            </a:r>
          </a:p>
        </p:txBody>
      </p:sp>
      <p:sp>
        <p:nvSpPr>
          <p:cNvPr id="50" name="TextBox 50"/>
          <p:cNvSpPr txBox="1">
            <a:spLocks/>
          </p:cNvSpPr>
          <p:nvPr/>
        </p:nvSpPr>
        <p:spPr>
          <a:xfrm>
            <a:off x="7401337" y="5562452"/>
            <a:ext cx="2314163" cy="159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Danish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English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German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French (beginner)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Spanish (beginner)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Russian (beginner)</a:t>
            </a:r>
          </a:p>
        </p:txBody>
      </p:sp>
      <p:sp>
        <p:nvSpPr>
          <p:cNvPr id="51" name="TextBox 5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01337" y="7200900"/>
            <a:ext cx="28225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3B8B"/>
                </a:solidFill>
                <a:latin typeface="Montserrat"/>
              </a:rPr>
              <a:t>Personal skills</a:t>
            </a:r>
          </a:p>
        </p:txBody>
      </p:sp>
      <p:sp>
        <p:nvSpPr>
          <p:cNvPr id="52" name="TextBox 52"/>
          <p:cNvSpPr txBox="1">
            <a:spLocks/>
          </p:cNvSpPr>
          <p:nvPr/>
        </p:nvSpPr>
        <p:spPr>
          <a:xfrm>
            <a:off x="7401337" y="7696052"/>
            <a:ext cx="231416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observant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Full of ideas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Insightful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analytical</a:t>
            </a:r>
          </a:p>
        </p:txBody>
      </p:sp>
      <p:sp>
        <p:nvSpPr>
          <p:cNvPr id="53" name="TextBox 5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0957" y="7200900"/>
            <a:ext cx="282258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3B8B"/>
                </a:solidFill>
                <a:latin typeface="Montserrat"/>
              </a:rPr>
              <a:t>IT skills</a:t>
            </a:r>
          </a:p>
        </p:txBody>
      </p:sp>
      <p:sp>
        <p:nvSpPr>
          <p:cNvPr id="54" name="TextBox 54"/>
          <p:cNvSpPr txBox="1">
            <a:spLocks/>
          </p:cNvSpPr>
          <p:nvPr/>
        </p:nvSpPr>
        <p:spPr>
          <a:xfrm>
            <a:off x="1660957" y="7696052"/>
            <a:ext cx="3749243" cy="2403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python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R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Unix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SQL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PowerB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ETL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GitHub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PyMOL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Pytorch</a:t>
            </a:r>
            <a:endParaRPr lang="en-US" sz="1500" dirty="0">
              <a:solidFill>
                <a:srgbClr val="003B8B"/>
              </a:solidFill>
              <a:highlight>
                <a:srgbClr val="FFFF00"/>
              </a:highlight>
              <a:latin typeface="Montserrat"/>
            </a:endParaRPr>
          </a:p>
        </p:txBody>
      </p:sp>
      <p:sp>
        <p:nvSpPr>
          <p:cNvPr id="55" name="TextBox 5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01337" y="3050937"/>
            <a:ext cx="295816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dirty="0">
                <a:solidFill>
                  <a:srgbClr val="003B8B"/>
                </a:solidFill>
                <a:latin typeface="Montserrat"/>
              </a:rPr>
              <a:t>Education</a:t>
            </a:r>
          </a:p>
        </p:txBody>
      </p:sp>
      <p:sp>
        <p:nvSpPr>
          <p:cNvPr id="56" name="TextBox 56"/>
          <p:cNvSpPr txBox="1">
            <a:spLocks/>
          </p:cNvSpPr>
          <p:nvPr/>
        </p:nvSpPr>
        <p:spPr>
          <a:xfrm>
            <a:off x="7401337" y="4229100"/>
            <a:ext cx="5304042" cy="518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 err="1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Specialised</a:t>
            </a: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 in computational biology</a:t>
            </a:r>
          </a:p>
          <a:p>
            <a:pPr marL="323850" lvl="1" indent="-161925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Bachelor of Biotechnology</a:t>
            </a:r>
          </a:p>
        </p:txBody>
      </p:sp>
      <p:sp>
        <p:nvSpPr>
          <p:cNvPr id="57" name="TextBox 57"/>
          <p:cNvSpPr txBox="1">
            <a:spLocks/>
          </p:cNvSpPr>
          <p:nvPr/>
        </p:nvSpPr>
        <p:spPr>
          <a:xfrm>
            <a:off x="7401337" y="3564276"/>
            <a:ext cx="5304042" cy="249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"/>
              </a:rPr>
              <a:t>Master of Bioinformatics and system biology | 2021</a:t>
            </a:r>
          </a:p>
        </p:txBody>
      </p:sp>
      <p:sp>
        <p:nvSpPr>
          <p:cNvPr id="58" name="TextBox 58"/>
          <p:cNvSpPr txBox="1">
            <a:spLocks/>
          </p:cNvSpPr>
          <p:nvPr/>
        </p:nvSpPr>
        <p:spPr>
          <a:xfrm>
            <a:off x="7401337" y="3848100"/>
            <a:ext cx="2551425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003B8B"/>
                </a:solidFill>
                <a:highlight>
                  <a:srgbClr val="FFFF00"/>
                </a:highlight>
                <a:latin typeface="Montserrat Italics"/>
              </a:rPr>
              <a:t>DTU</a:t>
            </a:r>
          </a:p>
        </p:txBody>
      </p:sp>
      <p:sp>
        <p:nvSpPr>
          <p:cNvPr id="60" name="TextBox 39">
            <a:extLst>
              <a:ext uri="{FF2B5EF4-FFF2-40B4-BE49-F238E27FC236}">
                <a16:creationId xmlns:a16="http://schemas.microsoft.com/office/drawing/2014/main" id="{090E83DC-FF88-496B-959E-CD151368C4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8597" y="413479"/>
            <a:ext cx="8300408" cy="106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160"/>
              </a:lnSpc>
            </a:pPr>
            <a:r>
              <a:rPr lang="en-US" sz="8000" spc="-496" dirty="0">
                <a:solidFill>
                  <a:srgbClr val="003B8B"/>
                </a:solidFill>
                <a:latin typeface="Montserrat Bold"/>
              </a:rPr>
              <a:t>Alexander</a:t>
            </a:r>
          </a:p>
        </p:txBody>
      </p:sp>
      <p:sp>
        <p:nvSpPr>
          <p:cNvPr id="61" name="TextBox 59">
            <a:extLst>
              <a:ext uri="{FF2B5EF4-FFF2-40B4-BE49-F238E27FC236}">
                <a16:creationId xmlns:a16="http://schemas.microsoft.com/office/drawing/2014/main" id="{75D874E3-B63C-7944-B3EE-57553EED30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8597" y="1374457"/>
            <a:ext cx="8300408" cy="106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160"/>
              </a:lnSpc>
            </a:pPr>
            <a:r>
              <a:rPr lang="en-US" sz="8000" spc="-496" dirty="0">
                <a:solidFill>
                  <a:srgbClr val="003B8B"/>
                </a:solidFill>
                <a:latin typeface="Montserrat Bold"/>
              </a:rPr>
              <a:t>Andersen</a:t>
            </a:r>
          </a:p>
        </p:txBody>
      </p:sp>
      <p:sp>
        <p:nvSpPr>
          <p:cNvPr id="62" name="Tekstfelt 61">
            <a:extLst>
              <a:ext uri="{FF2B5EF4-FFF2-40B4-BE49-F238E27FC236}">
                <a16:creationId xmlns:a16="http://schemas.microsoft.com/office/drawing/2014/main" id="{6305B4F0-D98B-A287-E7B6-5C007E4AF1B1}"/>
              </a:ext>
            </a:extLst>
          </p:cNvPr>
          <p:cNvSpPr txBox="1">
            <a:spLocks/>
          </p:cNvSpPr>
          <p:nvPr/>
        </p:nvSpPr>
        <p:spPr>
          <a:xfrm>
            <a:off x="13519204" y="6106886"/>
            <a:ext cx="3886200" cy="360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499"/>
              </a:lnSpc>
              <a:defRPr sz="2499">
                <a:solidFill>
                  <a:srgbClr val="FFFFFF"/>
                </a:solidFill>
                <a:latin typeface="Montserrat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dirty="0"/>
              <a:t>I am a bio-engineer in the field of computational biology with some years of experience in data science. I have achieved theoretical and practical experience with machine learning and programming and how they can be applied within biotechnology and bioinformatics.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 am good at getting insight into a topic and then generate ideas from it. </a:t>
            </a:r>
          </a:p>
        </p:txBody>
      </p:sp>
      <p:pic>
        <p:nvPicPr>
          <p:cNvPr id="41" name="Picture 40" descr="A person holding a certificate&#10;&#10;AI-generated content may be incorrect.">
            <a:extLst>
              <a:ext uri="{FF2B5EF4-FFF2-40B4-BE49-F238E27FC236}">
                <a16:creationId xmlns:a16="http://schemas.microsoft.com/office/drawing/2014/main" id="{6A2200DF-8CA0-307C-18F7-AF792F46FB0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5" r="16410" b="39000"/>
          <a:stretch/>
        </p:blipFill>
        <p:spPr>
          <a:xfrm>
            <a:off x="12980601" y="505670"/>
            <a:ext cx="4626342" cy="44819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5cde93-60ed-4188-96d2-24495b59efdb" xsi:nil="true"/>
    <lcf76f155ced4ddcb4097134ff3c332f xmlns="442a18bd-e17f-43f6-a861-caed589f5d9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116FBCB68D34C998BF52594C3C07A" ma:contentTypeVersion="11" ma:contentTypeDescription="Create a new document." ma:contentTypeScope="" ma:versionID="1550cf844cdd52efbf325c99db1a3bba">
  <xsd:schema xmlns:xsd="http://www.w3.org/2001/XMLSchema" xmlns:xs="http://www.w3.org/2001/XMLSchema" xmlns:p="http://schemas.microsoft.com/office/2006/metadata/properties" xmlns:ns2="442a18bd-e17f-43f6-a861-caed589f5d93" xmlns:ns3="815cde93-60ed-4188-96d2-24495b59efdb" targetNamespace="http://schemas.microsoft.com/office/2006/metadata/properties" ma:root="true" ma:fieldsID="704e2908d01d989e4d3c0793fd90259a" ns2:_="" ns3:_="">
    <xsd:import namespace="442a18bd-e17f-43f6-a861-caed589f5d93"/>
    <xsd:import namespace="815cde93-60ed-4188-96d2-24495b59ef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2a18bd-e17f-43f6-a861-caed589f5d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b9d91b3-6351-4763-ac6d-6076a2779e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cde93-60ed-4188-96d2-24495b59ef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9b91c1-9e4a-4aa7-bf0b-430bd577c292}" ma:internalName="TaxCatchAll" ma:showField="CatchAllData" ma:web="815cde93-60ed-4188-96d2-24495b59ef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80551A-67DC-400D-A79F-21D174A5CB57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2b8f2836-710b-44b6-8b9d-c90230f37951"/>
    <ds:schemaRef ds:uri="052cdbd3-1c6a-4c32-8df2-e4b5ba5e761e"/>
    <ds:schemaRef ds:uri="http://purl.org/dc/dcmitype/"/>
    <ds:schemaRef ds:uri="815cde93-60ed-4188-96d2-24495b59efdb"/>
    <ds:schemaRef ds:uri="442a18bd-e17f-43f6-a861-caed589f5d93"/>
  </ds:schemaRefs>
</ds:datastoreItem>
</file>

<file path=customXml/itemProps2.xml><?xml version="1.0" encoding="utf-8"?>
<ds:datastoreItem xmlns:ds="http://schemas.openxmlformats.org/officeDocument/2006/customXml" ds:itemID="{43B3A9D5-53B5-45DF-850D-ADEE1C1D33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2A778F-84B7-4F37-97B2-BBDEAD625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2a18bd-e17f-43f6-a861-caed589f5d93"/>
    <ds:schemaRef ds:uri="815cde93-60ed-4188-96d2-24495b59ef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149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Montserrat Italics</vt:lpstr>
      <vt:lpstr>Montserrat Bold</vt:lpstr>
      <vt:lpstr>Calibri</vt:lpstr>
      <vt:lpstr>Montserrat Light Italics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 CV</dc:title>
  <dc:creator>spac-30</dc:creator>
  <cp:lastModifiedBy>Alexander Andersen</cp:lastModifiedBy>
  <cp:revision>174</cp:revision>
  <dcterms:created xsi:type="dcterms:W3CDTF">2006-08-16T00:00:00Z</dcterms:created>
  <dcterms:modified xsi:type="dcterms:W3CDTF">2025-05-16T09:06:17Z</dcterms:modified>
  <dc:identifier>DAGAONXF8Y8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0x01010001E116FBCB68D34C998BF52594C3C07A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